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C14114-126E-40C3-BE32-BA7B196E8C53}" v="5" dt="2026-09-09T08:23:18.5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43" y="461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Kumar" userId="53dbe912f1cb8c65" providerId="LiveId" clId="{5A0B0D24-4614-4AC4-8532-21F6DEEB149A}"/>
    <pc:docChg chg="modSld">
      <pc:chgData name="Rishav Kumar" userId="53dbe912f1cb8c65" providerId="LiveId" clId="{5A0B0D24-4614-4AC4-8532-21F6DEEB149A}" dt="2026-09-09T08:23:32.561" v="10"/>
      <pc:docMkLst>
        <pc:docMk/>
      </pc:docMkLst>
      <pc:sldChg chg="addSp delSp modSp mod">
        <pc:chgData name="Rishav Kumar" userId="53dbe912f1cb8c65" providerId="LiveId" clId="{5A0B0D24-4614-4AC4-8532-21F6DEEB149A}" dt="2026-09-09T08:23:32.561" v="10"/>
        <pc:sldMkLst>
          <pc:docMk/>
          <pc:sldMk cId="3863610428" sldId="342"/>
        </pc:sldMkLst>
        <pc:spChg chg="add del mod">
          <ac:chgData name="Rishav Kumar" userId="53dbe912f1cb8c65" providerId="LiveId" clId="{5A0B0D24-4614-4AC4-8532-21F6DEEB149A}" dt="2026-09-09T08:15:45.599" v="5"/>
          <ac:spMkLst>
            <pc:docMk/>
            <pc:sldMk cId="3863610428" sldId="342"/>
            <ac:spMk id="2" creationId="{4D2BF618-F3D6-99D2-4CD5-2ECCF960C5A5}"/>
          </ac:spMkLst>
        </pc:spChg>
        <pc:spChg chg="add del mod">
          <ac:chgData name="Rishav Kumar" userId="53dbe912f1cb8c65" providerId="LiveId" clId="{5A0B0D24-4614-4AC4-8532-21F6DEEB149A}" dt="2026-09-09T08:23:32.561" v="10"/>
          <ac:spMkLst>
            <pc:docMk/>
            <pc:sldMk cId="3863610428" sldId="342"/>
            <ac:spMk id="3" creationId="{01EAA656-824B-ED0C-07E4-F565F0C8BE38}"/>
          </ac:spMkLst>
        </pc:spChg>
        <pc:spChg chg="mod">
          <ac:chgData name="Rishav Kumar" userId="53dbe912f1cb8c65" providerId="LiveId" clId="{5A0B0D24-4614-4AC4-8532-21F6DEEB149A}" dt="2026-09-09T08:15:08.226" v="2" actId="20577"/>
          <ac:spMkLst>
            <pc:docMk/>
            <pc:sldMk cId="3863610428" sldId="342"/>
            <ac:spMk id="24" creationId="{00000000-0000-0000-0000-000000000000}"/>
          </ac:spMkLst>
        </pc:spChg>
        <pc:spChg chg="mod">
          <ac:chgData name="Rishav Kumar" userId="53dbe912f1cb8c65" providerId="LiveId" clId="{5A0B0D24-4614-4AC4-8532-21F6DEEB149A}" dt="2026-09-09T08:23:31.948" v="8" actId="255"/>
          <ac:spMkLst>
            <pc:docMk/>
            <pc:sldMk cId="3863610428" sldId="342"/>
            <ac:spMk id="2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hav387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405" y="3583914"/>
            <a:ext cx="3718111" cy="86149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algn="r"/>
            <a:endParaRPr lang="en-US" b="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Name-Rishav Kumar</a:t>
            </a:r>
            <a:endParaRPr lang="en-IN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College Name-Graphic Era University</a:t>
            </a:r>
            <a:endParaRPr lang="en-IN" sz="23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4554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STU679665ab419af1737909675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/>
              <a:t>Agricultural performance is shaped by seasonal variation in rainfall, temperature, humidity, soil conditions, resource use and market prices across Kharif, Rabi and Zaid seasons.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/>
              <a:t>Raw farm-level records do not by themselves reveal how yield, cost, resource efficiency and profitability shift from one season to another.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700"/>
              <a:t>This project analyzes a 4,000-record, multi-state farm dataset (8 states, 8 crops, 4 irrigation methods) to uncover meaningful seasonal patterns, trends, relationships and variations in agricultural performance, and to derive evidence-based, data-driven recommendations.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4200000"/>
          </a:xfrm>
        </p:spPr>
        <p:txBody>
          <a:bodyPr>
            <a:normAutofit fontScale="90000"/>
          </a:bodyPr>
          <a:lstStyle/>
          <a:p>
            <a:pPr>
              <a:lnSpc>
                <a:spcPct val="125000"/>
              </a:lnSpc>
            </a:pPr>
            <a:r>
              <a:rPr lang="en-GB" sz="2800" b="1" dirty="0"/>
              <a:t>Project Description</a:t>
            </a:r>
            <a:br>
              <a:rPr lang="en-GB" dirty="0"/>
            </a:br>
            <a:r>
              <a:rPr lang="en-GB" sz="1500" b="0" dirty="0"/>
              <a:t>This project analyzes seasonal agricultural performance using a 4,000-record dataset spanning 8 Indian states, 8 crops, 3 seasons (Kharif, Rabi, Zaid) and 4 irrigation methods, with 28 attributes covering environmental conditions (rainfall, temperature, humidity, soil), farming inputs (fertilizer, pesticide, irrigation), yield, and economic outcomes (cost, revenue, profit, water efficiency). The workflow - cleaning missing values and capping outliers, exploratory data analysis, statistical testing (ANOVA, Pearson correlation) and visualization - is fully documented in a Google Colab Jupyter Notebook, followed by season-wise comparison of yield, profitability, resource efficiency and risk, concluding with data-driven recommendations for seasonal agricultural planning.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/>
          </a:bodyPr>
          <a:lstStyle/>
          <a:p>
            <a:pPr algn="just">
              <a:lnSpc>
                <a:spcPct val="120000"/>
              </a:lnSpc>
              <a:spcAft>
                <a:spcPts val="1600"/>
              </a:spcAft>
            </a:pPr>
            <a:r>
              <a:rPr sz="1600"/>
              <a:t>Farmers &amp; farmer cooperatives - plan sowing, irrigation and input use season-wise</a:t>
            </a:r>
            <a:endParaRPr lang="en-IN" sz="3600" dirty="0"/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/>
              <a:t>State agriculture departments &amp; extension officers - issue evidence-based seasonal advisories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/>
              <a:t>Agri-input suppliers (fertilizer, seed, pesticide companies) - anticipate seasonal demand by region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/>
              <a:t>Agri-fintech, lenders &amp; crop insurance providers - assess seasonal profitability and risk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600"/>
              <a:t>Researchers, agri-tech students &amp; policy analysts - case study for data-driven agricultural planning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Google Colab (Jupyter Notebook) - cloud analysis environment</a:t>
            </a:r>
            <a:endParaRPr lang="en-IN" dirty="0"/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Python 3 - core programming language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Pandas &amp; NumPy - data cleaning, transformation and aggregation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Matplotlib &amp; Seaborn - statistical visualization (box, violin, bar, heatmap plots)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SciPy (stats) - ANOVA and Pearson correlation hypothesis testing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CSV dataset (Google Drive / local upload) - data source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700"/>
              <a:t>Microsoft PowerPoint - presentation of findings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80000"/>
            <a:ext cx="10600000" cy="50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1300" i="1"/>
              <a:t>Kharif shows the highest median yield; ANOVA confirms seasonal yield differences are not statistically significant (p = 0.28).</a:t>
            </a:r>
            <a:endParaRPr lang="en-IN" dirty="0"/>
          </a:p>
        </p:txBody>
      </p:sp>
      <p:pic>
        <p:nvPicPr>
          <p:cNvPr id="31" name="Picture 30" descr="chart1_yield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77" y="1558000"/>
            <a:ext cx="867272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80000"/>
            <a:ext cx="10600000" cy="500000"/>
          </a:xfrm>
        </p:spPr>
        <p:txBody>
          <a:bodyPr/>
          <a:lstStyle/>
          <a:p>
            <a:pPr marL="0" indent="0">
              <a:buNone/>
            </a:pPr>
            <a:r>
              <a:rPr sz="1300" i="1"/>
              <a:t>Profit differs significantly across seasons (ANOVA p &lt; 0.001): Kharif is most profitable on average, Zaid the least.</a:t>
            </a:r>
            <a:endParaRPr lang="en-IN" dirty="0"/>
          </a:p>
        </p:txBody>
      </p:sp>
      <p:pic>
        <p:nvPicPr>
          <p:cNvPr id="31" name="Picture 30" descr="chart2_profit_by_s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13" y="1558000"/>
            <a:ext cx="8672727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80000"/>
            <a:ext cx="10600000" cy="500000"/>
          </a:xfrm>
        </p:spPr>
        <p:txBody>
          <a:bodyPr/>
          <a:lstStyle/>
          <a:p>
            <a:pPr marL="0" indent="0">
              <a:buNone/>
            </a:pPr>
            <a:r>
              <a:rPr sz="1300" i="1"/>
              <a:t>Rainfall, temperature and humidity vary sharply by season - Kharif is hottest &amp; wettest, Rabi is coolest &amp; driest.</a:t>
            </a:r>
            <a:endParaRPr lang="en-IN" dirty="0"/>
          </a:p>
        </p:txBody>
      </p:sp>
      <p:pic>
        <p:nvPicPr>
          <p:cNvPr id="31" name="Picture 30" descr="chart3_enviro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00" y="1750000"/>
            <a:ext cx="9800000" cy="34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80000"/>
            <a:ext cx="10600000" cy="500000"/>
          </a:xfrm>
        </p:spPr>
        <p:txBody>
          <a:bodyPr/>
          <a:lstStyle/>
          <a:p>
            <a:pPr marL="0" indent="0">
              <a:buNone/>
            </a:pPr>
            <a:r>
              <a:rPr sz="1300" i="1"/>
              <a:t>Rainfed and Drip irrigation are the most water-efficient methods across all three seasons; Flood is the least efficient.</a:t>
            </a:r>
            <a:endParaRPr lang="en-IN" dirty="0"/>
          </a:p>
        </p:txBody>
      </p:sp>
      <p:pic>
        <p:nvPicPr>
          <p:cNvPr id="31" name="Picture 30" descr="chart4_water_efficienc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455" y="1558000"/>
            <a:ext cx="7709090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80000"/>
            <a:ext cx="10600000" cy="500000"/>
          </a:xfrm>
        </p:spPr>
        <p:txBody>
          <a:bodyPr/>
          <a:lstStyle/>
          <a:p>
            <a:pPr marL="0" indent="0">
              <a:buNone/>
            </a:pPr>
            <a:r>
              <a:rPr sz="1300" i="1"/>
              <a:t>Yield correlates weakly with rainfall/fertilizer alone - profitability is driven more by market price and cost control than raw input volume.</a:t>
            </a:r>
            <a:endParaRPr lang="en-IN" dirty="0"/>
          </a:p>
        </p:txBody>
      </p:sp>
      <p:pic>
        <p:nvPicPr>
          <p:cNvPr id="31" name="Picture 30" descr="chart5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00" y="1558000"/>
            <a:ext cx="6360000" cy="53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Data &amp; Modeling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Deployment &amp; Impact</a:t>
            </a:r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320982" y="2100000"/>
            <a:ext cx="5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/>
              <a:t>Extend the dataset with multiple years to study year-on-year seasonal trends, not just a single cycle</a:t>
            </a:r>
          </a:p>
          <a:p>
            <a:pPr>
              <a:spcAft>
                <a:spcPts val="1200"/>
              </a:spcAft>
            </a:pPr>
            <a:r>
              <a:rPr sz="1400"/>
              <a:t>Add district/region-level weather forecast data to move from descriptive to predictive analysis</a:t>
            </a:r>
          </a:p>
          <a:p>
            <a:pPr>
              <a:spcAft>
                <a:spcPts val="1200"/>
              </a:spcAft>
            </a:pPr>
            <a:r>
              <a:rPr sz="1400"/>
              <a:t>Build a machine learning model to predict yield or profit from seasonal &amp; input conditions</a:t>
            </a:r>
          </a:p>
          <a:p>
            <a:pPr>
              <a:spcAft>
                <a:spcPts val="1200"/>
              </a:spcAft>
            </a:pPr>
            <a:r>
              <a:rPr sz="1400"/>
              <a:t>Include soil-type and satellite/remote-sensing data for deeper environmental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2100000"/>
            <a:ext cx="5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/>
              <a:t>Package findings into an interactive dashboard (e.g. Streamlit / Power BI) for farmers &amp; officers</a:t>
            </a:r>
          </a:p>
          <a:p>
            <a:pPr>
              <a:spcAft>
                <a:spcPts val="1200"/>
              </a:spcAft>
            </a:pPr>
            <a:r>
              <a:rPr sz="1400"/>
              <a:t>Generate automated, season-specific advisories on crop, irrigation method and input dosage</a:t>
            </a:r>
          </a:p>
          <a:p>
            <a:pPr>
              <a:spcAft>
                <a:spcPts val="1200"/>
              </a:spcAft>
            </a:pPr>
            <a:r>
              <a:rPr sz="1400"/>
              <a:t>Integrate with crop insurance/lending workflows to support seasonal risk-based decisions</a:t>
            </a:r>
          </a:p>
          <a:p>
            <a:pPr>
              <a:spcAft>
                <a:spcPts val="1200"/>
              </a:spcAft>
            </a:pPr>
            <a:r>
              <a:rPr sz="1400"/>
              <a:t>Pilot with a state agriculture department or FPO for real-world validation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Repository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600" b="1"/>
              <a:t>Contents</a:t>
            </a:r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320982" y="2100000"/>
            <a:ext cx="5400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linkClick r:id="rId3"/>
              </a:rPr>
              <a:t>Rishav387/seasonal-agriculture-performance-analysis: Seasonal Agriculture Performance Analysis — VOIS AICTE major project </a:t>
            </a:r>
            <a:r>
              <a:rPr lang="en-IN" sz="1600" dirty="0" err="1">
                <a:hlinkClick r:id="rId3"/>
              </a:rPr>
              <a:t>analyzing</a:t>
            </a:r>
            <a:r>
              <a:rPr lang="en-IN" sz="1600" dirty="0">
                <a:hlinkClick r:id="rId3"/>
              </a:rPr>
              <a:t> 4,000 farm records across Kharif, Rabi &amp; Zaid seasons in Python (Pandas, Seaborn, SciPy) on Google </a:t>
            </a:r>
            <a:r>
              <a:rPr lang="en-IN" sz="1600" dirty="0" err="1">
                <a:hlinkClick r:id="rId3"/>
              </a:rPr>
              <a:t>Colab</a:t>
            </a:r>
            <a:r>
              <a:rPr lang="en-IN" sz="1600" dirty="0">
                <a:hlinkClick r:id="rId3"/>
              </a:rPr>
              <a:t>. Covers data cleaning, EDA, ANOVA/correlation testing, and season-wise insights on yield, profit, irrigation efficiency, and crop performance.</a:t>
            </a:r>
            <a:endParaRPr lang="en-IN" sz="1600" dirty="0"/>
          </a:p>
          <a:p>
            <a:endParaRPr sz="1600" u="sng" dirty="0">
              <a:solidFill>
                <a:srgbClr val="1565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6000" y="2100000"/>
            <a:ext cx="5400000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dirty="0" err="1"/>
              <a:t>Seasonal_Agriculture_Performance_Analysis.ipynb</a:t>
            </a:r>
            <a:r>
              <a:rPr sz="1400" dirty="0"/>
              <a:t> - full </a:t>
            </a:r>
            <a:r>
              <a:rPr sz="1400" dirty="0" err="1"/>
              <a:t>Colab</a:t>
            </a:r>
            <a:r>
              <a:rPr sz="1400" dirty="0"/>
              <a:t> notebook</a:t>
            </a:r>
          </a:p>
          <a:p>
            <a:pPr>
              <a:spcAft>
                <a:spcPts val="1200"/>
              </a:spcAft>
            </a:pPr>
            <a:r>
              <a:rPr sz="1400" dirty="0"/>
              <a:t>seasonal_agriculture_performance_dataset.csv - raw dataset</a:t>
            </a:r>
          </a:p>
          <a:p>
            <a:pPr>
              <a:spcAft>
                <a:spcPts val="1200"/>
              </a:spcAft>
            </a:pPr>
            <a:r>
              <a:rPr lang="en-IN" sz="1400" dirty="0" err="1"/>
              <a:t>seasonal_agriculture_cleaned_data</a:t>
            </a:r>
            <a:r>
              <a:rPr sz="1400" dirty="0"/>
              <a:t>.csv - cleaned dataset used for analysis</a:t>
            </a:r>
          </a:p>
          <a:p>
            <a:pPr>
              <a:spcAft>
                <a:spcPts val="1200"/>
              </a:spcAft>
            </a:pPr>
            <a:r>
              <a:rPr sz="1400" dirty="0"/>
              <a:t>README.md - project overview, objective and how to run</a:t>
            </a:r>
          </a:p>
          <a:p>
            <a:pPr>
              <a:spcAft>
                <a:spcPts val="1200"/>
              </a:spcAft>
            </a:pPr>
            <a:r>
              <a:rPr sz="1400" dirty="0"/>
              <a:t>This PPT - submission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654B4B-6B8D-7B99-0CBA-05A418A9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39022"/>
            <a:ext cx="7393444" cy="462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069120" cy="56413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713</TotalTime>
  <Words>769</Words>
  <Application>Microsoft Office PowerPoint</Application>
  <PresentationFormat>Widescreen</PresentationFormat>
  <Paragraphs>59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This project analyzes seasonal agricultural performance using a 4,000-record dataset spanning 8 Indian states, 8 crops, 3 seasons (Kharif, Rabi, Zaid) and 4 irrigation methods, with 28 attributes covering environmental conditions (rainfall, temperature, humidity, soil), farming inputs (fertilizer, pesticide, irrigation), yield, and economic outcomes (cost, revenue, profit, water efficiency). The workflow - cleaning missing values and capping outliers, exploratory data analysis, statistical testing (ANOVA, Pearson correlation) and visualization - is fully documented in a Google Colab Jupyter Notebook, followed by season-wise comparison of yield, profitability, resource efficiency and risk, concluding with data-driven recommendations for seasonal agricultural planning.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Rishav Kumar</cp:lastModifiedBy>
  <cp:revision>98</cp:revision>
  <dcterms:created xsi:type="dcterms:W3CDTF">2021-07-11T13:13:15Z</dcterms:created>
  <dcterms:modified xsi:type="dcterms:W3CDTF">2026-09-09T08:23:37Z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